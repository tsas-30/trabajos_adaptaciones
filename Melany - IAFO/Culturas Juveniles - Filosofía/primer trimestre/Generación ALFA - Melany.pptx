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GENERACIÓN ALFA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00A6A6"/>
                </a:solidFill>
                <a:latin typeface="Arial"/>
              </a:defRPr>
            </a:pPr>
            <a:r>
              <a:t>2010 - 2024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83479" cy="4251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t>• ADOLESCENTES CONECTADOS, CURIOSOS, CREATIVOS Y CON PROPÓSITO.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t>• TAMBIÉN LLAMADA GENERACIÓN ALFA.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t>• CRECIERON EN UN MUNDO DONDE LA TECNOLOGÍA FORMA PARTE DE LA VIDA COTIDIANA.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_clean_modern_vector_illustration_of_a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6575"/>
            <a:ext cx="5440680" cy="30620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8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¿QUIÉNES 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1D8FE3"/>
                </a:solidFill>
                <a:latin typeface="Arial"/>
              </a:defRPr>
            </a:pPr>
            <a:r>
              <a:t>RESUMEN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83479" cy="4251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t>• SON CHICOS Y CHICAS NACIDOS ENTRE 2010 Y 2024.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t>• CRECIERON RODEADOS DE INTERNET, PANTALLAS Y DISPOSITIVOS DIGITALES.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t>• APRENDEN, SE COMUNICAN Y SE ENTRETIENEN EN ESPACIOS FÍSICOS Y VIRTUALES.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t>• NECESITAN ACOMPAÑAMIENTO PARA USAR LA TECNOLOGÍA CON RESPONSABILIDAD.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ide_clean_vector_illustration_scene_with_a_mod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6575"/>
            <a:ext cx="5440680" cy="30620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CARACTERÍSTICA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00A6A6"/>
                </a:solidFill>
                <a:latin typeface="Arial"/>
              </a:defRPr>
            </a:pPr>
            <a:r>
              <a:t>NATIVOS DIGITALES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56260"/>
            <a:ext cx="4983479" cy="35661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dirty="0"/>
              <a:t>• CONVIVEN NATURALMENTE CON CELULARES, TABLETS, COMPUTADORAS Y APLICACIONES.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dirty="0"/>
              <a:t>• BUSCAN INFORMACIÓN DE MANERA RÁPIDA Y ESTÁN ACOSTUMBRADOS A RESPUESTAS INMEDIATAS.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ide_clean_vector_illustration_scene_of_a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6575"/>
            <a:ext cx="5440680" cy="30620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EE26-8E5F-8113-A764-29AF0D77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44E025-0997-F0C6-6E39-59D78130137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1AC283-C1AD-D937-028B-A24A30FC4BBD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D0EC6-4576-8CB5-7A90-8778114459DE}"/>
              </a:ext>
            </a:extLst>
          </p:cNvPr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CARACTERÍSTICA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E9BE9-9706-1C4A-D6C9-B723902FF002}"/>
              </a:ext>
            </a:extLst>
          </p:cNvPr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00A6A6"/>
                </a:solidFill>
                <a:latin typeface="Arial"/>
              </a:defRPr>
            </a:pPr>
            <a:r>
              <a:t>NATIVOS DIGITALES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9FA831-9E61-586F-63B3-CC5891629E3B}"/>
              </a:ext>
            </a:extLst>
          </p:cNvPr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5C3B2-21FD-52EB-7D0A-781B831E9F71}"/>
              </a:ext>
            </a:extLst>
          </p:cNvPr>
          <p:cNvSpPr txBox="1"/>
          <p:nvPr/>
        </p:nvSpPr>
        <p:spPr>
          <a:xfrm>
            <a:off x="692870" y="1856260"/>
            <a:ext cx="4983479" cy="319677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179388" indent="-179388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2400">
                <a:solidFill>
                  <a:srgbClr val="17233B"/>
                </a:solidFill>
                <a:latin typeface="Arial"/>
              </a:defRPr>
            </a:pPr>
            <a:r>
              <a:rPr lang="es-ES" dirty="0"/>
              <a:t>USAN LA TECNOLOGÍA PARA ESTUDIAR, COMUNICARSE, CREAR Y COMPARTIR IDEAS.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lang="es-ES" dirty="0"/>
              <a:t>• DEBEN APRENDER A DIFERENCIAR INFORMACIÓN CONFIABLE DE INFORMACIÓN FALSA.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9D26F0-2070-CF84-DE8F-3513AF951879}"/>
              </a:ext>
            </a:extLst>
          </p:cNvPr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ide_clean_vector_illustration_scene_of_a_global.png">
            <a:extLst>
              <a:ext uri="{FF2B5EF4-FFF2-40B4-BE49-F238E27FC236}">
                <a16:creationId xmlns:a16="http://schemas.microsoft.com/office/drawing/2014/main" id="{176CED1F-0661-92B0-AAC9-5A030A08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6575"/>
            <a:ext cx="5440680" cy="30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652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CARACTERÍSTICA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6C4BC2"/>
                </a:solidFill>
                <a:latin typeface="Arial"/>
              </a:defRPr>
            </a:pPr>
            <a:r>
              <a:t>APRENDIZAJE VISUAL E INTERACTIVO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83479" cy="403802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APRENDEN MEJOR CON VIDEOS, IMÁGENES, JUEGOS, GRÁFICOS Y ACTIVIDADES PRÁCTICAS.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LES AYUDA PARTICIPAR, EXPLORAR, RESOLVER DESAFÍOS Y RECIBIR RETROALIMENTACIÓN.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PREFIEREN EXPLICACIONES CLARAS, TEXTOS BREVES Y RECURSOS ORGANIZADOS.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SE MOTIVAN CUANDO RELACIONAN LO APRENDIDO CON SITUACIONES REALES.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_wide_clean_vector_illustration_flat_info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6575"/>
            <a:ext cx="5440680" cy="30620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05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CARACTERÍSTICA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F05D5E"/>
                </a:solidFill>
                <a:latin typeface="Arial"/>
              </a:defRPr>
            </a:pPr>
            <a:r>
              <a:t>CREATIVIDAD Y ADAPTACIÓN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83479" cy="403802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SON CURIOSOS Y SE INTERESAN POR DESCUBRIR NUEVAS FORMAS DE HACER LAS COSAS.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PUEDEN CREAR PRESENTACIONES, VIDEOS, DIBUJOS, JUEGOS O PROYECTOS DIGITALES.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SE ADAPTAN CON FACILIDAD A NUEVAS HERRAMIENTAS Y CAMBIOS TECNOLÓGICOS.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NECESITAN ESPACIOS PARA IMAGINAR, PROBAR, EQUIVOCARSE Y MEJORAR SUS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_bright_futuristic_colorful_vector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6575"/>
            <a:ext cx="5440680" cy="3062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CARACTERÍSTICA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00A6A6"/>
                </a:solidFill>
                <a:latin typeface="Arial"/>
              </a:defRPr>
            </a:pPr>
            <a:r>
              <a:t>COMUNICACIÓN Y TRABAJO EN GRUPO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83479" cy="403802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VALORAN LA DIVERSIDAD, LA INCLUSIÓN Y LA POSIBILIDAD DE EXPRESAR SUS OPINIONES.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SE COMUNICAN CON PALABRAS, IMÁGENES, AUDIOS, VIDEOS Y REDES DIGITALES.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APRENDEN CUANDO COLABORAN, COMPARTEN IDEAS Y RESUELVEN PROBLEMAS EN EQUIPO.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NECESITAN PRACTICAR RESPETO, ESCUCHA Y EMPATÍA EN EL MUNDO DIGITAL Y PRESENCIAL.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wide_colorful_educational_illustration_info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6575"/>
            <a:ext cx="5440680" cy="3062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394960" cy="502920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3000" b="1">
                <a:solidFill>
                  <a:srgbClr val="0B1F4D"/>
                </a:solidFill>
                <a:latin typeface="Arial"/>
              </a:defRPr>
            </a:pPr>
            <a:r>
              <a:t>DESAFÍO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5394960" cy="384048"/>
          </a:xfrm>
          <a:prstGeom prst="rect">
            <a:avLst/>
          </a:prstGeom>
          <a:noFill/>
        </p:spPr>
        <p:txBody>
          <a:bodyPr wrap="square" lIns="146304" tIns="73152" rIns="146304" bIns="73152" anchor="ctr">
            <a:spAutoFit/>
          </a:bodyPr>
          <a:lstStyle/>
          <a:p>
            <a:pPr algn="l">
              <a:defRPr sz="1800" b="1">
                <a:solidFill>
                  <a:srgbClr val="0B1F4D"/>
                </a:solidFill>
                <a:latin typeface="Arial"/>
              </a:defRPr>
            </a:pPr>
            <a:r>
              <a:t>USO RESPONSABLE DE LA TECNOLOGÍA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349240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983479" cy="446891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dirty="0"/>
              <a:t>• </a:t>
            </a:r>
            <a:r>
              <a:rPr sz="2000" dirty="0"/>
              <a:t>NECESITAN EQUILIBRAR PANTALLAS, ESTUDIO, JUEGO, DESCANSO, ACTIVIDAD FÍSICA Y VÍNCULOS.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ES IMPORTANTE CUIDAR LA PRIVACIDAD, LA SEGURIDAD Y EL BUEN TRATO EN INTERNET.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LA TECNOLOGÍA DEBE SER UNA HERRAMIENTA PARA APRENDER, CREAR Y COMUNICARSE MEJOR.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2400">
                <a:solidFill>
                  <a:srgbClr val="17233B"/>
                </a:solidFill>
                <a:latin typeface="Arial"/>
              </a:defRPr>
            </a:pPr>
            <a:r>
              <a:rPr sz="2000" dirty="0"/>
              <a:t>• LA GENERACIÓN ALFA PUEDE TRANSFORMAR EL FUTURO SI USA SUS TALENTOS CON </a:t>
            </a:r>
            <a:r>
              <a:rPr dirty="0"/>
              <a:t>RESPONSABILIDAD.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722376"/>
            <a:ext cx="5550408" cy="5550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eneración_alfa_conectados_y_crea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491" y="777240"/>
            <a:ext cx="4354096" cy="5440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394</Words>
  <Application>Microsoft Office PowerPoint</Application>
  <PresentationFormat>Panorámica</PresentationFormat>
  <Paragraphs>43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Brían Cáceres</cp:lastModifiedBy>
  <cp:revision>2</cp:revision>
  <dcterms:created xsi:type="dcterms:W3CDTF">2013-01-27T09:14:16Z</dcterms:created>
  <dcterms:modified xsi:type="dcterms:W3CDTF">2026-05-21T15:00:18Z</dcterms:modified>
  <cp:category/>
</cp:coreProperties>
</file>